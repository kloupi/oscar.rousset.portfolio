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6858000" cy="9601200"/>
  <p:notesSz cx="96012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5435B1-9C4A-4EB0-92C7-582552179386}" v="1" dt="2026-06-16T22:06:44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094" y="-1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Rousset" userId="438b0d8ad050c8f0" providerId="LiveId" clId="{F67C558F-9AD8-4E43-8CEB-EE30BAE507D4}"/>
    <pc:docChg chg="modSld">
      <pc:chgData name="Oscar Rousset" userId="438b0d8ad050c8f0" providerId="LiveId" clId="{F67C558F-9AD8-4E43-8CEB-EE30BAE507D4}" dt="2026-06-17T09:26:26.207" v="18" actId="1076"/>
      <pc:docMkLst>
        <pc:docMk/>
      </pc:docMkLst>
      <pc:sldChg chg="modSp mod">
        <pc:chgData name="Oscar Rousset" userId="438b0d8ad050c8f0" providerId="LiveId" clId="{F67C558F-9AD8-4E43-8CEB-EE30BAE507D4}" dt="2026-06-17T09:26:03.528" v="17" actId="1076"/>
        <pc:sldMkLst>
          <pc:docMk/>
          <pc:sldMk cId="0" sldId="256"/>
        </pc:sldMkLst>
        <pc:spChg chg="mod">
          <ac:chgData name="Oscar Rousset" userId="438b0d8ad050c8f0" providerId="LiveId" clId="{F67C558F-9AD8-4E43-8CEB-EE30BAE507D4}" dt="2026-06-17T09:26:03.528" v="17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Oscar Rousset" userId="438b0d8ad050c8f0" providerId="LiveId" clId="{F67C558F-9AD8-4E43-8CEB-EE30BAE507D4}" dt="2026-06-17T09:26:03.528" v="17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Oscar Rousset" userId="438b0d8ad050c8f0" providerId="LiveId" clId="{F67C558F-9AD8-4E43-8CEB-EE30BAE507D4}" dt="2026-06-16T22:06:44.191" v="0"/>
          <ac:spMkLst>
            <pc:docMk/>
            <pc:sldMk cId="0" sldId="256"/>
            <ac:spMk id="8" creationId="{00000000-0000-0000-0000-000000000000}"/>
          </ac:spMkLst>
        </pc:spChg>
        <pc:spChg chg="mod">
          <ac:chgData name="Oscar Rousset" userId="438b0d8ad050c8f0" providerId="LiveId" clId="{F67C558F-9AD8-4E43-8CEB-EE30BAE507D4}" dt="2026-06-16T22:07:26.367" v="16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Oscar Rousset" userId="438b0d8ad050c8f0" providerId="LiveId" clId="{F67C558F-9AD8-4E43-8CEB-EE30BAE507D4}" dt="2026-06-16T22:06:44.191" v="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Oscar Rousset" userId="438b0d8ad050c8f0" providerId="LiveId" clId="{F67C558F-9AD8-4E43-8CEB-EE30BAE507D4}" dt="2026-06-16T22:06:44.191" v="0"/>
          <ac:spMkLst>
            <pc:docMk/>
            <pc:sldMk cId="0" sldId="256"/>
            <ac:spMk id="15" creationId="{00000000-0000-0000-0000-000000000000}"/>
          </ac:spMkLst>
        </pc:spChg>
        <pc:spChg chg="mod">
          <ac:chgData name="Oscar Rousset" userId="438b0d8ad050c8f0" providerId="LiveId" clId="{F67C558F-9AD8-4E43-8CEB-EE30BAE507D4}" dt="2026-06-16T22:06:44.191" v="0"/>
          <ac:spMkLst>
            <pc:docMk/>
            <pc:sldMk cId="0" sldId="256"/>
            <ac:spMk id="16" creationId="{00000000-0000-0000-0000-000000000000}"/>
          </ac:spMkLst>
        </pc:spChg>
        <pc:spChg chg="mod">
          <ac:chgData name="Oscar Rousset" userId="438b0d8ad050c8f0" providerId="LiveId" clId="{F67C558F-9AD8-4E43-8CEB-EE30BAE507D4}" dt="2026-06-16T22:06:44.191" v="0"/>
          <ac:spMkLst>
            <pc:docMk/>
            <pc:sldMk cId="0" sldId="256"/>
            <ac:spMk id="17" creationId="{00000000-0000-0000-0000-000000000000}"/>
          </ac:spMkLst>
        </pc:spChg>
        <pc:spChg chg="mod">
          <ac:chgData name="Oscar Rousset" userId="438b0d8ad050c8f0" providerId="LiveId" clId="{F67C558F-9AD8-4E43-8CEB-EE30BAE507D4}" dt="2026-06-16T22:07:16.371" v="13" actId="20577"/>
          <ac:spMkLst>
            <pc:docMk/>
            <pc:sldMk cId="0" sldId="256"/>
            <ac:spMk id="22" creationId="{00000000-0000-0000-0000-000000000000}"/>
          </ac:spMkLst>
        </pc:spChg>
        <pc:spChg chg="mod">
          <ac:chgData name="Oscar Rousset" userId="438b0d8ad050c8f0" providerId="LiveId" clId="{F67C558F-9AD8-4E43-8CEB-EE30BAE507D4}" dt="2026-06-16T22:06:44.191" v="0"/>
          <ac:spMkLst>
            <pc:docMk/>
            <pc:sldMk cId="0" sldId="256"/>
            <ac:spMk id="23" creationId="{00000000-0000-0000-0000-000000000000}"/>
          </ac:spMkLst>
        </pc:spChg>
        <pc:spChg chg="mod">
          <ac:chgData name="Oscar Rousset" userId="438b0d8ad050c8f0" providerId="LiveId" clId="{F67C558F-9AD8-4E43-8CEB-EE30BAE507D4}" dt="2026-06-16T22:06:44.191" v="0"/>
          <ac:spMkLst>
            <pc:docMk/>
            <pc:sldMk cId="0" sldId="256"/>
            <ac:spMk id="24" creationId="{00000000-0000-0000-0000-000000000000}"/>
          </ac:spMkLst>
        </pc:spChg>
        <pc:spChg chg="mod">
          <ac:chgData name="Oscar Rousset" userId="438b0d8ad050c8f0" providerId="LiveId" clId="{F67C558F-9AD8-4E43-8CEB-EE30BAE507D4}" dt="2026-06-16T22:06:44.191" v="0"/>
          <ac:spMkLst>
            <pc:docMk/>
            <pc:sldMk cId="0" sldId="256"/>
            <ac:spMk id="25" creationId="{00000000-0000-0000-0000-000000000000}"/>
          </ac:spMkLst>
        </pc:spChg>
        <pc:spChg chg="mod">
          <ac:chgData name="Oscar Rousset" userId="438b0d8ad050c8f0" providerId="LiveId" clId="{F67C558F-9AD8-4E43-8CEB-EE30BAE507D4}" dt="2026-06-16T22:06:44.191" v="0"/>
          <ac:spMkLst>
            <pc:docMk/>
            <pc:sldMk cId="0" sldId="256"/>
            <ac:spMk id="26" creationId="{00000000-0000-0000-0000-000000000000}"/>
          </ac:spMkLst>
        </pc:spChg>
      </pc:sldChg>
      <pc:sldChg chg="modSp mod">
        <pc:chgData name="Oscar Rousset" userId="438b0d8ad050c8f0" providerId="LiveId" clId="{F67C558F-9AD8-4E43-8CEB-EE30BAE507D4}" dt="2026-06-17T09:26:26.207" v="18" actId="1076"/>
        <pc:sldMkLst>
          <pc:docMk/>
          <pc:sldMk cId="0" sldId="257"/>
        </pc:sldMkLst>
        <pc:spChg chg="mod">
          <ac:chgData name="Oscar Rousset" userId="438b0d8ad050c8f0" providerId="LiveId" clId="{F67C558F-9AD8-4E43-8CEB-EE30BAE507D4}" dt="2026-06-17T09:26:26.207" v="18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Oscar Rousset" userId="438b0d8ad050c8f0" providerId="LiveId" clId="{F67C558F-9AD8-4E43-8CEB-EE30BAE507D4}" dt="2026-06-17T09:26:26.207" v="18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Oscar Rousset" userId="438b0d8ad050c8f0" providerId="LiveId" clId="{F67C558F-9AD8-4E43-8CEB-EE30BAE507D4}" dt="2026-06-16T22:06:44.191" v="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Oscar Rousset" userId="438b0d8ad050c8f0" providerId="LiveId" clId="{F67C558F-9AD8-4E43-8CEB-EE30BAE507D4}" dt="2026-06-16T22:06:44.191" v="0"/>
          <ac:spMkLst>
            <pc:docMk/>
            <pc:sldMk cId="0" sldId="257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040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335024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PILOTER   ·   MENER UN PROJET COLLABORATIF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420624"/>
            <a:ext cx="5669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contributeurs, deux pôles, un livrable : la spécialisation comme moteur d'efficacité sur Etu'Explore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870448" y="100584"/>
            <a:ext cx="822960" cy="384048"/>
          </a:xfrm>
          <a:prstGeom prst="roundRect">
            <a:avLst>
              <a:gd name="adj" fmla="val 1666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870448" y="1005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AC33.02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463040"/>
            <a:ext cx="6163056" cy="457200"/>
          </a:xfrm>
          <a:prstGeom prst="roundRect">
            <a:avLst>
              <a:gd name="adj" fmla="val 14000"/>
            </a:avLst>
          </a:prstGeom>
          <a:solidFill>
            <a:srgbClr val="E9ECF7"/>
          </a:solidFill>
          <a:ln w="12700">
            <a:solidFill>
              <a:srgbClr val="D2D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75488" y="1463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95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</a:t>
            </a:r>
            <a:r>
              <a:rPr lang="en-US" sz="950" b="1" dirty="0" err="1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Etu'Explore</a:t>
            </a: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Plateforme web de balades étudiantes à Paris. 5 membres d'équipe, répartis en 2 pôles : </a:t>
            </a:r>
            <a:r>
              <a:rPr lang="en-US" sz="95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techniciens</a:t>
            </a: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950" b="1" dirty="0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rédacteurs</a:t>
            </a: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20 arrondissements, 60+ balades, système membres et gamification.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2029968"/>
            <a:ext cx="2816352" cy="2304288"/>
          </a:xfrm>
          <a:prstGeom prst="roundRect">
            <a:avLst>
              <a:gd name="adj" fmla="val 3571"/>
            </a:avLst>
          </a:prstGeom>
          <a:solidFill>
            <a:srgbClr val="1F3089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408176" y="2194560"/>
            <a:ext cx="694944" cy="694944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340864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47472" y="296265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TECHNIQUE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47472" y="3200400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en-US" sz="850" i="1" dirty="0" err="1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75488" y="3493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Architecture &amp; navigation Wix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5488" y="36941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Système de comptes membres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75488" y="38953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Notation, forum, blog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5488" y="40965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Challenges mensuels (gamification)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75888" y="2029968"/>
            <a:ext cx="2816352" cy="2304288"/>
          </a:xfrm>
          <a:prstGeom prst="roundRect">
            <a:avLst>
              <a:gd name="adj" fmla="val 3571"/>
            </a:avLst>
          </a:prstGeom>
          <a:solidFill>
            <a:srgbClr val="602476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4736592" y="2194560"/>
            <a:ext cx="694944" cy="694944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340864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75888" y="296265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E8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CONTENU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675888" y="3200400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4A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800" i="1" dirty="0" err="1">
                <a:solidFill>
                  <a:srgbClr val="D4A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803904" y="3493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Rédaction des 20 arrondissements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803904" y="36941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Sélection &amp; qualification des balades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803904" y="38953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Recherches historiques &amp; culturelles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803904" y="40965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Cohérence éditoriale de la plateforme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163824" y="2980944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3163824" y="331012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complémentaires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347472" y="44622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LIVRÉ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47472" y="4681728"/>
            <a:ext cx="6163056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7"/>
          <p:cNvSpPr/>
          <p:nvPr/>
        </p:nvSpPr>
        <p:spPr>
          <a:xfrm>
            <a:off x="310896" y="4754880"/>
            <a:ext cx="4279392" cy="1900363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2" name="Image 2" descr="/home/claude/preuve_ac3302/screen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4791456"/>
            <a:ext cx="4206240" cy="1827211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347472" y="6664387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310896" y="6892987"/>
            <a:ext cx="4279392" cy="1754975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5" name="Image 3" descr="/home/claude/preuve_ac3302/screen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6929563"/>
            <a:ext cx="4206240" cy="168182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347472" y="865710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arrondissement</a:t>
            </a:r>
            <a:endParaRPr lang="en-US" sz="750" dirty="0"/>
          </a:p>
        </p:txBody>
      </p:sp>
      <p:sp>
        <p:nvSpPr>
          <p:cNvPr id="37" name="Shape 31"/>
          <p:cNvSpPr/>
          <p:nvPr/>
        </p:nvSpPr>
        <p:spPr>
          <a:xfrm>
            <a:off x="4645152" y="5478853"/>
            <a:ext cx="1901952" cy="2445136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8" name="Image 4" descr="/home/claude/preuve_ac3302/screen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5515429"/>
            <a:ext cx="1828800" cy="237198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4681728" y="7933133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du mois</a:t>
            </a:r>
            <a:endParaRPr lang="en-US" sz="750" dirty="0"/>
          </a:p>
        </p:txBody>
      </p:sp>
      <p:sp>
        <p:nvSpPr>
          <p:cNvPr id="40" name="Shape 33"/>
          <p:cNvSpPr/>
          <p:nvPr/>
        </p:nvSpPr>
        <p:spPr>
          <a:xfrm>
            <a:off x="0" y="9162288"/>
            <a:ext cx="6858000" cy="438912"/>
          </a:xfrm>
          <a:prstGeom prst="rect">
            <a:avLst/>
          </a:prstGeom>
          <a:solidFill>
            <a:srgbClr val="400C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4"/>
          <p:cNvSpPr/>
          <p:nvPr/>
        </p:nvSpPr>
        <p:spPr>
          <a:xfrm>
            <a:off x="347472" y="924458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35"/>
          <p:cNvSpPr/>
          <p:nvPr/>
        </p:nvSpPr>
        <p:spPr>
          <a:xfrm>
            <a:off x="347472" y="92445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AC33.02</a:t>
            </a:r>
            <a:endParaRPr lang="en-US" sz="850" dirty="0"/>
          </a:p>
        </p:txBody>
      </p:sp>
      <p:sp>
        <p:nvSpPr>
          <p:cNvPr id="43" name="Text 36"/>
          <p:cNvSpPr/>
          <p:nvPr/>
        </p:nvSpPr>
        <p:spPr>
          <a:xfrm>
            <a:off x="1371600" y="9162288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Mener un projet collaboratif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335024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PILOTER   ·   MENER UN PROJET COLLABORATIF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420624"/>
            <a:ext cx="5669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Coordonner sans se marcher dessus : les défis de la collaboration à cinq sur un livrable partagé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882640" y="109728"/>
            <a:ext cx="822960" cy="384048"/>
          </a:xfrm>
          <a:prstGeom prst="roundRect">
            <a:avLst>
              <a:gd name="adj" fmla="val 1666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882640" y="1097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AC33.02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463040"/>
            <a:ext cx="6163056" cy="658368"/>
          </a:xfrm>
          <a:prstGeom prst="roundRect">
            <a:avLst>
              <a:gd name="adj" fmla="val 11111"/>
            </a:avLst>
          </a:prstGeom>
          <a:solidFill>
            <a:srgbClr val="1F3089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5907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cinq personnes sur deux pôles distincts (technique et contenu) produisent-elles un site cohérent sans doublons, conflits techniques ou retards mutuels 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2267712"/>
            <a:ext cx="2688336" cy="384048"/>
          </a:xfrm>
          <a:prstGeom prst="roundRect">
            <a:avLst>
              <a:gd name="adj" fmla="val 16667"/>
            </a:avLst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359152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8096" y="226771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DÉFI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55264" y="2267712"/>
            <a:ext cx="3255264" cy="384048"/>
          </a:xfrm>
          <a:prstGeom prst="roundRect">
            <a:avLst>
              <a:gd name="adj" fmla="val 1666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359152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75888" y="22677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47472" y="2779776"/>
            <a:ext cx="2688336" cy="1444752"/>
          </a:xfrm>
          <a:prstGeom prst="roundRect">
            <a:avLst>
              <a:gd name="adj" fmla="val 4430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493776" y="2889504"/>
            <a:ext cx="24140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croisée : le contenu ne peut être intégré que sur des pages techniquement </a:t>
            </a:r>
            <a:r>
              <a:rPr lang="en-US" sz="1000" dirty="0" err="1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prêtes</a:t>
            </a: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un retard côté technique bloque les 3 rédacteurs.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054096" y="2779776"/>
            <a:ext cx="1463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3255264" y="2779776"/>
            <a:ext cx="3255264" cy="1444752"/>
          </a:xfrm>
          <a:prstGeom prst="roundRect">
            <a:avLst>
              <a:gd name="adj" fmla="val 4430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3401568" y="2889504"/>
            <a:ext cx="298094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livrée en premier : templates de pages vides mis à disposition avant que la rédaction commence, pour permettre le travail en parallèle.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47472" y="4407408"/>
            <a:ext cx="2688336" cy="1444752"/>
          </a:xfrm>
          <a:prstGeom prst="roundRect">
            <a:avLst>
              <a:gd name="adj" fmla="val 4430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493776" y="4517136"/>
            <a:ext cx="24140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20 arrondissements à 5 : sans attribution explicite, risque de doublons sur certains arrondissements et d'oublis sur d'autres.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054096" y="4407408"/>
            <a:ext cx="1463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3255264" y="4407408"/>
            <a:ext cx="3255264" cy="1444752"/>
          </a:xfrm>
          <a:prstGeom prst="roundRect">
            <a:avLst>
              <a:gd name="adj" fmla="val 4430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3401568" y="4517136"/>
            <a:ext cx="298094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partagé avec attribution nominative par arrondissement et statut (à faire / en cours / livré / validé) - visibilité complète pour les 5 membres.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47472" y="6035040"/>
            <a:ext cx="2688336" cy="1444752"/>
          </a:xfrm>
          <a:prstGeom prst="roundRect">
            <a:avLst>
              <a:gd name="adj" fmla="val 4430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493776" y="6144768"/>
            <a:ext cx="24140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entre pôles : deux logiques de travail (technique et éditorial) qui peuvent produire des pages au rendu et au ton disparates.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054096" y="6035040"/>
            <a:ext cx="1463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3255264" y="6035040"/>
            <a:ext cx="3255264" cy="1444752"/>
          </a:xfrm>
          <a:prstGeom prst="roundRect">
            <a:avLst>
              <a:gd name="adj" fmla="val 4430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5"/>
          <p:cNvSpPr/>
          <p:nvPr/>
        </p:nvSpPr>
        <p:spPr>
          <a:xfrm>
            <a:off x="3401568" y="6144768"/>
            <a:ext cx="298094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commune définie en amont (structure de page, hiérarchie des titres, ton) servant de référence unique pour les deux pôles.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0" y="9162288"/>
            <a:ext cx="6858000" cy="438912"/>
          </a:xfrm>
          <a:prstGeom prst="rect">
            <a:avLst/>
          </a:prstGeom>
          <a:solidFill>
            <a:srgbClr val="400C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7"/>
          <p:cNvSpPr/>
          <p:nvPr/>
        </p:nvSpPr>
        <p:spPr>
          <a:xfrm>
            <a:off x="347472" y="924458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8"/>
          <p:cNvSpPr/>
          <p:nvPr/>
        </p:nvSpPr>
        <p:spPr>
          <a:xfrm>
            <a:off x="347472" y="92445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AC33.02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1371600" y="9162288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Mener un projet collaboratif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</Words>
  <Application>Microsoft Office PowerPoint</Application>
  <PresentationFormat>Custom</PresentationFormat>
  <Paragraphs>43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Oscar Rousset</cp:lastModifiedBy>
  <cp:revision>1</cp:revision>
  <dcterms:created xsi:type="dcterms:W3CDTF">2026-06-16T21:57:45Z</dcterms:created>
  <dcterms:modified xsi:type="dcterms:W3CDTF">2026-06-17T09:26:35Z</dcterms:modified>
</cp:coreProperties>
</file>